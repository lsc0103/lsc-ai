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LSC-AI 智能助手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34D39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34D39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34D39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34D39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LSC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2026-01-17T09:24:23Z</dcterms:created>
  <dcterms:modified xsi:type="dcterms:W3CDTF">2026-01-17T09:24:23Z</dcterms:modified>
</cp:coreProperties>
</file>